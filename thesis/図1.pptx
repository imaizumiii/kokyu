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77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6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97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28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3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070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06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09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863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27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7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7CC86-C0F8-4E4D-9C43-1FB31E7726EC}" type="datetimeFigureOut">
              <a:rPr kumimoji="1" lang="ja-JP" altLang="en-US" smtClean="0"/>
              <a:t>2018/2/28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E8AA7-24A7-4B50-8FA5-1E2D51032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47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2825526" y="2834939"/>
            <a:ext cx="1855177" cy="1494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/>
          <p:cNvSpPr/>
          <p:nvPr/>
        </p:nvSpPr>
        <p:spPr>
          <a:xfrm>
            <a:off x="7731633" y="2474456"/>
            <a:ext cx="1916723" cy="19694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/>
          <p:cNvSpPr/>
          <p:nvPr/>
        </p:nvSpPr>
        <p:spPr>
          <a:xfrm>
            <a:off x="5498386" y="2834939"/>
            <a:ext cx="1608992" cy="13803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96715" y="96715"/>
            <a:ext cx="11931162" cy="6638193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user01</dc:creator>
  <cp:lastModifiedBy>user01</cp:lastModifiedBy>
  <cp:revision>3</cp:revision>
  <dcterms:created xsi:type="dcterms:W3CDTF">2018-02-28T09:19:49Z</dcterms:created>
  <dcterms:modified xsi:type="dcterms:W3CDTF">2018-02-28T09:25:10Z</dcterms:modified>
</cp:coreProperties>
</file>